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Malignant Tumor Detection using Unsupervised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Interim-1 Project Presentation</a:t>
            </a:r>
          </a:p>
          <a:p/>
          <a:p>
            <a:r>
              <a:t>[Insert Your Name/Group Details]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Medical AI is revolutionizing healthcare by identifying hidden patterns in clinical data.</a:t>
            </a:r>
          </a:p>
          <a:p>
            <a:r>
              <a:t>• Pathologists manually analyze hundreds of cell nuclei measurements from biopsies, which is time-consuming.</a:t>
            </a:r>
          </a:p>
          <a:p>
            <a:r>
              <a:t>• Data mining (unsupervised learning) can automatically group tumor profiles based on their physical traits.</a:t>
            </a:r>
          </a:p>
          <a:p>
            <a:r>
              <a:t>• This project applies Machine Learning to discover malignant vs. benign tumor clusters without human labeling.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Clinical oncology generates vast datasets of physical tumor measurements, but extracting actionable, automated diagnosis boundaries is difficult.</a:t>
            </a:r>
          </a:p>
          <a:p>
            <a:r>
              <a:t>• Traditional supervised models require doctors to manually label thousands of images/records.</a:t>
            </a:r>
          </a:p>
          <a:p>
            <a:r>
              <a:t>• The core problem is finding a scalable, automated way to cluster unlabeled tumor data to see if an AI can naturally discover the difference between cancerous and non-cancerous cells.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perform unsupervised learning on the real Wisconsin Breast Cancer clinical dataset.</a:t>
            </a:r>
          </a:p>
          <a:p>
            <a:r>
              <a:t>• To discover distinct medical clusters based on 30 physical cell measurements (radius, texture, area, etc.).</a:t>
            </a:r>
          </a:p>
          <a:p>
            <a:r>
              <a:t>• To utilize the 'Elbow Method' to mathematically determine the optimal number of clusters (k).</a:t>
            </a:r>
          </a:p>
          <a:p>
            <a:r>
              <a:t>• To analyze if the algorithm's mathematical clusters perfectly align with biological diagnoses (Benign vs. Malignant).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Literature Survey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371600"/>
          <a:ext cx="85039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463040"/>
                <a:gridCol w="914400"/>
                <a:gridCol w="1097280"/>
                <a:gridCol w="1645920"/>
                <a:gridCol w="1371600"/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Author/Year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Key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Street et al., 1993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Nuclear feature extraction for breast tumor 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Wisconsin Breast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Active Contours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Established the baseline clinical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Small initial sample size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Sharma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J. Medical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Unsupervised Machine Learning in Oncology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Clinical Biopsies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K-Means, 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 accuracy in automated grouping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Did not use standard scaling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Chen &amp; Li,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Tumor Segmentation using Clustering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MRI &amp; Clinical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Hierarchical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Visualized hierarchy of cell mutations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Scalability issues with large 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Patel &amp; Desai,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Procedia 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Breast Cancer Detection based on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Wisconsin Diagnostic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K-Means +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Combined unsupervised and 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Sensitive to outliers in area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Zhang et al.,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Behavior analysis of malignant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Oncology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DBSCAN vs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Identified noise/outlier cells effectively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DBSCAN struggled with varying density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Literature Survey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371600"/>
          <a:ext cx="85039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463040"/>
                <a:gridCol w="914400"/>
                <a:gridCol w="1097280"/>
                <a:gridCol w="1645920"/>
                <a:gridCol w="1371600"/>
              </a:tblGrid>
              <a:tr h="8382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Author/Year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Key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Kumar &amp; Singh,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Int. J. Med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Big Data Analytics for Cancer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Global Oncology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K-Means on Hadoop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Scalable clustering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Complex implementation overhead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Lee &amp; Kim,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IEEE Trans. BME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Morphological Segmentation using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Cell Nuclei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K-Medoids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Robust to outliers compared to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Slower execution time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Ali et al.,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 in Bio &amp; 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Integrated approach to tumor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Clinical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SOM (Self-Organizing Maps)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Excellent topological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Hard to interpret grid for non-experts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Wang &amp; Liu,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Applied Soft Comp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Multi-objective clustering for medical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Wisconsin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Evolutionary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Optimized multiple validation indices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Computationally intensive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Gupta &amp; Sharma,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J. Biomed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Predictive oncology based on 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Hospital EHR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K-Means + Predictive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Linked clusters to cancer recurrence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Requires extensive historical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Many existing studies rely solely on standard K-means without exploring the impact of robust feature scaling on extreme clinical measurements (e.g., cell area vs smoothness).</a:t>
            </a:r>
          </a:p>
          <a:p>
            <a:r>
              <a:t>• There is often a lack of deep, actionable profiling mapping unsupervised clusters back to actual biological diagnoses.</a:t>
            </a:r>
          </a:p>
          <a:p>
            <a:r>
              <a:t>• Frequent omission of cross-validating the 'Elbow Method' with biological ground-truth for rigorous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Methodology /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Collection: Obtain Real Wisconsin Breast Cancer Dataset (30 features per tumor).</a:t>
            </a:r>
          </a:p>
          <a:p>
            <a:r>
              <a:t>2. Data Preprocessing: Standardize/scale numeric features to prevent large values (Area) from dominating tiny values (Smoothness).</a:t>
            </a:r>
          </a:p>
          <a:p>
            <a:r>
              <a:t>3. Optimal 'k' Selection: Execute the Elbow Method to plot Within-Cluster Sum of Squares (WCSS).</a:t>
            </a:r>
          </a:p>
          <a:p>
            <a:r>
              <a:t>4. Model Training: Apply K-Means clustering with the selected 'k'.</a:t>
            </a:r>
          </a:p>
          <a:p>
            <a:r>
              <a:t>5. Output &amp; Profiling: Generate scatter plots to see if clusters mathematically represent Benign vs. Malignant.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Module-wise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Module 1: Data Acquisition &amp; Preprocessing (Loading UCI dataset, feature scaling).</a:t>
            </a:r>
          </a:p>
          <a:p>
            <a:r>
              <a:t>• Module 2: Exploratory Data Analysis (Visualizing distributions of Tumor Radius, Texture, and Area).</a:t>
            </a:r>
          </a:p>
          <a:p>
            <a:r>
              <a:t>• Module 3: Clustering Model Implementation (Elbow Method iteration, training K-Means algorithm).</a:t>
            </a:r>
          </a:p>
          <a:p>
            <a:r>
              <a:t>• Module 4: Visualization &amp; Interpretation (Plotting medical clusters, validating against biological ground truth).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Module-wise Description: Data Visualization (30% Output)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Module-wise Description: Model Implementation (30% Output)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project will successfully group complex, unlabeled clinical data into distinct tumor profiles.</a:t>
            </a:r>
          </a:p>
          <a:p>
            <a:r>
              <a:t>• The use of the K-Means algorithm and the Elbow method ensures a mathematically sound segmentation strategy.</a:t>
            </a:r>
          </a:p>
          <a:p>
            <a:r>
              <a:t>• Ultimately, proving that unsupervised AI can naturally discover cancer patterns opens the door for automated diagnostic assistants in pathology.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